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50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377440"/>
            <a:ext cx="3108960" cy="3108960"/>
          </a:xfrm>
          <a:prstGeom prst="ellipse">
            <a:avLst/>
          </a:prstGeom>
          <a:solidFill>
            <a:srgbClr val="A78BF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937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258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Учёт оборудования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Учёт оборудования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1С:Управление нашей фирмой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«Сложность — внутри, простота — снаружи»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A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проект · Павлов &amp; Черкессов СО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3716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Учёт оборудования держится на одном человеке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это Excel-таблички, инвентарные номера «в голове» и бухгалтер, который вбивает всё руками. На инвентаризацию сажают того, кто хоть немного понимает 1С. Узкое место — всегда человек.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0" y="1554480"/>
            <a:ext cx="3154680" cy="914400"/>
          </a:xfrm>
          <a:prstGeom prst="rect">
            <a:avLst/>
          </a:prstGeom>
          <a:solidFill>
            <a:srgbClr val="FAF8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55448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6642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Таблички и листочки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0" y="2029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разбросаны, легко потерять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606040"/>
            <a:ext cx="3154680" cy="914400"/>
          </a:xfrm>
          <a:prstGeom prst="rect">
            <a:avLst/>
          </a:prstGeom>
          <a:solidFill>
            <a:srgbClr val="FAF8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60604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15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Ручной ввод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3081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 дублирует одно и то же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3657600"/>
            <a:ext cx="3154680" cy="914400"/>
          </a:xfrm>
          <a:prstGeom prst="rect">
            <a:avLst/>
          </a:prstGeom>
          <a:solidFill>
            <a:srgbClr val="FAF8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65760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37673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Нужен специалист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4133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сотрудник боится 1С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4815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24815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Два уровня — одна система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мобильное приложение для тех, кто ходит по кабинетам, и полноценная интеграция в УНФ для специалиста. Данные между ними ходят сами.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200400" cy="2057400"/>
          </a:xfrm>
          <a:prstGeom prst="roundRect">
            <a:avLst>
              <a:gd name="adj" fmla="val 4444"/>
            </a:avLst>
          </a:prstGeom>
          <a:solidFill>
            <a:srgbClr val="6D28D9"/>
          </a:solidFill>
          <a:ln/>
          <a:effectLst>
            <a:outerShdw blurRad="88900" dist="25400" dir="5400000" algn="bl" rotWithShape="0">
              <a:srgbClr val="3A1A6E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Мобильное приложение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сотрудника «в поле»: предмет + номер. Сканируй, отмечай, готово.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0" y="2514600"/>
            <a:ext cx="3200400" cy="2057400"/>
          </a:xfrm>
          <a:prstGeom prst="roundRect">
            <a:avLst>
              <a:gd name="adj" fmla="val 4444"/>
            </a:avLst>
          </a:prstGeom>
          <a:solidFill>
            <a:srgbClr val="3A1A6E"/>
          </a:solidFill>
          <a:ln/>
          <a:effectLst>
            <a:outerShdw blurRad="88900" dist="25400" dir="5400000" algn="bl" rotWithShape="0">
              <a:srgbClr val="3A1A6E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788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 в УНФ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3749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C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специалиста: документы, печатные формы, перенос в имущество фирмы.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069080" y="3154680"/>
            <a:ext cx="1005840" cy="1005840"/>
          </a:xfrm>
          <a:prstGeom prst="ellipse">
            <a:avLst/>
          </a:prstGeom>
          <a:solidFill>
            <a:srgbClr val="EDE9FE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340156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Apache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86537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ГЛАВНАЯ ФИЧА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Интерфейс, который осилит стажёр в первый день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Юный сотрудник видит перед собой только сам предмет и номер, написанный на нём. </a:t>
            </a:r>
            <a:r>
              <a:rPr lang="en-US" sz="1600" b="1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счетов, амортизации и двадцати кнопок.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46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32095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полей на экране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7033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36667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заполняется сам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16052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6968" y="41239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— только нужная сейчас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5074920" y="1417320"/>
            <a:ext cx="3648456" cy="229099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/home/claude/deck/img/card_act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481328"/>
            <a:ext cx="3520440" cy="21629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749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единицы: всего пара полей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4815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24815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ПОРЯДОК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Всё на своих местах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разложено по реальной структуре организации: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468880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Организация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761488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Корпус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054096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Этаж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346704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Кабинет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639312" cy="402336"/>
          </a:xfrm>
          <a:prstGeom prst="roundRect">
            <a:avLst>
              <a:gd name="adj" fmla="val 13636"/>
            </a:avLst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Рабочее место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960120"/>
            <a:ext cx="2916936" cy="383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0" descr="/home/claude/deck/img/equip_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024128"/>
            <a:ext cx="2788920" cy="37118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1226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122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ЖИЗНЕННЫЙ ЦИКЛ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Форма знает контекст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оборудование работает — на карточке кнопка «Списать». После списания она сама меняется на «Восстановить». Лишнего на экране не бывает.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19856" cy="2150545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deck/img/card_act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350008"/>
            <a:ext cx="3291840" cy="20225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 → «Списать оборудование»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10896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2040" y="2331720"/>
            <a:ext cx="3374136" cy="198772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deck/img/card_resto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395728"/>
            <a:ext cx="3246120" cy="18597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204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Списано → «Восстановить»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98882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98882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ОБМЕН ДАННЫМИ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Умная синхронизация, без дублей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добавляет только новые записи и обновляет изменённые — база не раздувается копиями. Специалист жмёт «Получить» или «Отправить изменения», остальное система делает сама.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40680" y="17830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385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Мобилка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78040" y="17830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A1A6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9385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УНФ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903720" y="2103120"/>
            <a:ext cx="2743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03720" y="2377440"/>
            <a:ext cx="2743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40680" y="3200400"/>
            <a:ext cx="3200400" cy="457200"/>
          </a:xfrm>
          <a:prstGeom prst="rect">
            <a:avLst/>
          </a:prstGeom>
          <a:solidFill>
            <a:srgbClr val="FAF8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7784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новое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4944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добавляется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40680" y="3749040"/>
            <a:ext cx="3200400" cy="457200"/>
          </a:xfrm>
          <a:prstGeom prst="rect">
            <a:avLst/>
          </a:prstGeom>
          <a:solidFill>
            <a:srgbClr val="FAF8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7784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изменённое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949440" y="3749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обновляется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40680" y="4297680"/>
            <a:ext cx="3200400" cy="457200"/>
          </a:xfrm>
          <a:prstGeom prst="rect">
            <a:avLst/>
          </a:prstGeom>
          <a:solidFill>
            <a:srgbClr val="FAF8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57784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прежнее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9494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трогается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1848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6184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Встроено в УНФ, ничего не сломано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как расширение конфигурации</a:t>
            </a: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базовую УНФ мы не трогали, обновлениям ничего не мешает. Одной кнопкой данные уезжают в стандартный справочник «Имущество» с автозаполнением.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429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3392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из подсистемы «Компания»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9044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5256" y="3867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и код переносятся автоматически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983480" y="1463040"/>
            <a:ext cx="3739896" cy="235804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deck/img/imushestv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1527048"/>
            <a:ext cx="3611880" cy="22300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834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справочник «Имущество» в УНФ — туда переносятся данные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4950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ДОКУМЕНТЫ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Поступление и списание — с печатными формами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движение оформляется документом. Есть что подшить и показать проверяющему.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ПОСТУПЛЕНИЕ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377440"/>
            <a:ext cx="4882896" cy="131005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deck/img/print_writeo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2441448"/>
            <a:ext cx="4754880" cy="11820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СПИСАНИЕ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68880" y="3749040"/>
            <a:ext cx="4334256" cy="94493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deck/img/print_receip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3813048"/>
            <a:ext cx="4206240" cy="8169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35915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КОМАНДНАЯ РАБОТА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мы это собрали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Делили зоны, чтобы не пересекаться, работали параллельно и сводили конфигурации через выгрузку .cf.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Участник 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24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стационарная база, слияния, обмен данными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28600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Участник 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724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документы, мобильное приложение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34440" y="3611880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базы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55064" y="3813048"/>
            <a:ext cx="115214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5496" y="3611880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2825496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31136" y="41148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разработка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3813048"/>
            <a:ext cx="115214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16552" y="3611880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416552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22192" y="41148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.cf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37176" y="3813048"/>
            <a:ext cx="115214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07608" y="3611880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6007608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13248" y="41148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Мобилка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28232" y="3813048"/>
            <a:ext cx="115214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98664" y="3611880"/>
            <a:ext cx="402336" cy="402336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9" name="Text 27"/>
          <p:cNvSpPr/>
          <p:nvPr/>
        </p:nvSpPr>
        <p:spPr>
          <a:xfrm>
            <a:off x="7598664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04304" y="41148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сборка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оборудования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206240" cy="420624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463040"/>
            <a:ext cx="3840480" cy="3840480"/>
          </a:xfrm>
          <a:prstGeom prst="ellipse">
            <a:avLst/>
          </a:prstGeom>
          <a:solidFill>
            <a:srgbClr val="A78BFA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Продукт, который продаёт себя сам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Мощный учёт для бухгалтера </a:t>
            </a: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en-US" sz="1800" dirty="0">
                <a:solidFill>
                  <a:srgbClr val="E9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приложение, которое освоит кто угодно.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2973629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749040"/>
            <a:ext cx="2973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на любое число корпусов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96589" y="3749040"/>
            <a:ext cx="3057754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3796589" y="3749040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другими подсистемами УНФ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37222" y="3749040"/>
            <a:ext cx="1964131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7037222" y="3749040"/>
            <a:ext cx="19641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печатные формы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A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Павлов &amp; Черкессов СО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523</Words>
  <Application>Microsoft Office PowerPoint</Application>
  <PresentationFormat>Экран (16:9)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Учёт оборудования для УНФ</dc:title>
  <dc:subject>PptxGenJS Presentation</dc:subject>
  <dc:creator>Павлов &amp; Черкессов СО</dc:creator>
  <cp:lastModifiedBy>User</cp:lastModifiedBy>
  <cp:revision>3</cp:revision>
  <dcterms:created xsi:type="dcterms:W3CDTF">2026-06-01T17:32:24Z</dcterms:created>
  <dcterms:modified xsi:type="dcterms:W3CDTF">2026-06-04T16:20:48Z</dcterms:modified>
</cp:coreProperties>
</file>